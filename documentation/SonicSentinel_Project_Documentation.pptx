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SonicSentinel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Project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Evidence-led technical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Audio intelligence with a reviewable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React/Vite frontend, FastAPI service, persistence, and ML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Operational audio is difficult to triage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Detection needs confidence, severity, auditability, and human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Detect, compare, alert, and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Upload/live capture, model comparison, alerts, review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A dual-engine monitoring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Input -&gt; validation -&gt; inference -&gt; confidence -&gt; alert/review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Separated application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Verified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Frontend -&gt; FastAPI -&gt; SQLite/uploads; model boundary is explicit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The inspected implementation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React, Vite, TypeScript, Framer Motion, Recharts, FastAPI, Python,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SRS mapping is part of the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See SRS_COMPLIANCE_MATRIX.md; statuses are mapped to inspected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Runtime audio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WAV upload inventory generated from ml-service/data/uploads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DATASET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Labels are not present in upload filenames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Class distribution: PENDING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DATASET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Readable WAV metadata was inventoried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See dataset/audio-inventory.csv and quality-report.md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AUDIO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Input validation precedes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Container validation and feature extraction implementation require runtime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FEATURE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Feature provenance must be reproducible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Exact training features and parameters: PENDING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Model evidence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RF metrics/artifact: RESULTS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SVM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Model evidence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SVM metrics/artifact: RESULTS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Model evidence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CNN metrics/artifact: RESULTS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TRAINING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Dataset to deployable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Training run artifacts are not present in the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Evidence before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No accuracy, precision, recall, F1, or confusion matrix is invented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CONFUSION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Class-level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RF/SVM/CNN matrices: RESULTS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Agreement is a workflow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Comparison CSV is explicitly marked RESULTS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PREDICTION &amp;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Confidence should route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Detections retain prediction data through API routes; saved samples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CRITICAL ALERT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Severity becomes an operator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Alerts exposed by GET /alerts and PATCH /alerts/{alert_id}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APPLICATION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Frontend route and screen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Landing, auth, dashboard, analyze, live, history, alerts, reports, models,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DATABASE / 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Persistence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SQLite files and entities are implemented in ml-service/app/sqlite_db.py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API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FastAPI route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Full method/path list is in API_DOCUMENTATION.md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Session-aware protected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Register, login, me, profile, logout, reset routes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Keep secrets and microphone consent server-bound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Security test evidence: PENDING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Build evidence exists; functional evidence remains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npm run build passed; test suite artifacts are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SRS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Traceability from requirement to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See SRS_COMPLIANCE_MATRIX.md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Separate observed facts from open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22 diagrams created; model metrics and screenshots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What this package does not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Honesty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No fabricated model numbers, screenshots, or runtime test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Close the evidence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Capture browser screens, run ML evaluation, add labelled dataset manifest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234440"/>
            <a:ext cx="10835640" cy="4343400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ACDDE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0F4FA"/>
                </a:solidFill>
                <a:latin typeface="Aptos"/>
              </a:rPr>
              <a:t>A credible technical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DADC4"/>
                </a:solidFill>
                <a:latin typeface="Aptos"/>
              </a:rPr>
              <a:t>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0F4FA"/>
                </a:solidFill>
                <a:latin typeface="Aptos"/>
              </a:rPr>
              <a:t>Every open claim has an explicit evidence status and file 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DADC4"/>
                </a:solidFill>
                <a:latin typeface="Aptos"/>
              </a:rPr>
              <a:t>SONICSENTINEL AI | EVIDENCE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ACDDE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