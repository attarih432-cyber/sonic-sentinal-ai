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AcousticX Intelligence — Sound Event Classification &amp; Critical Security System</a:t>
            </a:r>
          </a:p>
          <a:p>
            <a:br/>
            <a:pPr>
              <a:defRPr sz="1400">
                <a:solidFill>
                  <a:srgbClr val="8A99AD"/>
                </a:solidFill>
              </a:defRPr>
            </a:pPr>
            <a:r>
              <a:t>Final Year Project Presentation | Aptech TechWiz 7 — NextWave AI/ML Category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Problem Statement: Acoustic Monitoring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3366"/>
                </a:solidFill>
              </a:defRPr>
            </a:pPr>
            <a:r>
              <a:t>Surveillance Blind Spots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Visual cameras require direct line of sight and adequate lighting. Critical incidents like gunshots, screams, glass breaking, or machinery failures often happen outside visual range.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800"/>
                </a:solidFill>
              </a:defRPr>
            </a:pPr>
            <a:r>
              <a:t>Manual Operator Fatigue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Human guards cannot continuously listen to hours of multi-channel audio recordings. Incidents are frequently missed or detected too late for rapid emergency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Proposed Solution: SonicSentinel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24/7 Listening Engine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Replaces manual audio listening with automated 3.5s microphone chunk analysis and file upload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0F3"/>
                </a:solidFill>
              </a:defRPr>
            </a:pPr>
            <a:r>
              <a:t>3-Model Python Ensemble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Combines Random Forest (93.7%), SVM (91.6%), and 2D CNN (91.0%) for robust multi-model consensus decision 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2FE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FE0A8"/>
                </a:solidFill>
              </a:defRPr>
            </a:pPr>
            <a:r>
              <a:t>Real-Time Critical Alerting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Automated severity assessment (Critical, High, Medium, Low) with live dashboard alerts and manual review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 Mandatory Sound Event Categories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Security &amp; Human Safety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Gunshot (Critical)</a:t>
            </a:r>
            <a:br/>
            <a:r>
              <a:t>2. Panic Scream (Critical)</a:t>
            </a:r>
            <a:br/>
            <a:r>
              <a:t>3. Person Asking for Help (Critical)</a:t>
            </a:r>
            <a:br/>
            <a:r>
              <a:t>4. Aggression / Violent Conflict (High)</a:t>
            </a:r>
            <a:br/>
            <a:r>
              <a:t>5. Glass Breaking (High)</a:t>
            </a:r>
            <a:br/>
            <a:r>
              <a:t>6. Alarm or Siren (High)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0F3"/>
                </a:solidFill>
              </a:defRPr>
            </a:pPr>
            <a:r>
              <a:t>Industrial &amp; Environmental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7. Machinery Fault (Medium)</a:t>
            </a:r>
            <a:br/>
            <a:r>
              <a:t>8. Vehicle Horn (Low)</a:t>
            </a:r>
            <a:br/>
            <a:r>
              <a:t>9. Animal Sound (Low)</a:t>
            </a:r>
            <a:br/>
            <a:r>
              <a:t>10. Background Noise (Low)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Unified Container 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React Vite Frontend: User &amp; Admin Dashboards with Waveform &amp; Live Mic Visualizer</a:t>
            </a:r>
            <a:br/>
            <a:r>
              <a:t>• FastAPI Backend Gateway: REST Endpoints &amp; Web Audio chunk ingestion</a:t>
            </a:r>
            <a:br/>
            <a:r>
              <a:t>• 3-Model Python ML Engine: 242 Feature Extractor + Scikit-Learn / Keras Evaluation</a:t>
            </a:r>
            <a:br/>
            <a:r>
              <a:t>• SQLite / MongoDB Storage: Hashed credentials, audit logs, and detection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Audio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0F3"/>
                </a:solidFill>
              </a:defRPr>
            </a:pPr>
            <a:r>
              <a:t>Standardized Signal Preparation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Format Sniffing &amp; Validation: Supports WAV, MP3, OGG, FLAC, AAC, WEBM</a:t>
            </a:r>
            <a:br/>
            <a:r>
              <a:t>2. Resampling &amp; Mono Downmixing: Standardized to 22,050 Hz Mono</a:t>
            </a:r>
            <a:br/>
            <a:r>
              <a:t>3. Silence Trimming: librosa.effects.trim(top_db=35)</a:t>
            </a:r>
            <a:br/>
            <a:r>
              <a:t>4. Length Standardization: Padded or cropped to exactly 5.0s (110,250 samples)</a:t>
            </a:r>
            <a:br/>
            <a:r>
              <a:t>5. Peak Normalization: y = y / max(|y|) for invariant amplitude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Feature Extraction (242 Acoustic Features)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Tabular Features (Indices 0:242)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80 MFCC Features: 40 Means + 40 Stds (n_mfcc=40)</a:t>
            </a:r>
            <a:br/>
            <a:r>
              <a:t>• 128 Mel64 Features: 64 Means + 64 Stds (n_mels=64)</a:t>
            </a:r>
            <a:br/>
            <a:r>
              <a:t>• 24 Chroma STFT: 12 Means + 12 Stds</a:t>
            </a:r>
            <a:br/>
            <a:r>
              <a:t>• 10 Spectral Features: ZCR, RMS, Centroid, Bandwidth, Rolloff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B61FF"/>
                </a:solidFill>
              </a:defRPr>
            </a:pPr>
            <a:r>
              <a:t>CNN Spectrogram Input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128x216 Log Mel Spectrogram</a:t>
            </a:r>
            <a:br/>
            <a:r>
              <a:t>• n_fft=1024, hop_length=512, librosa.power_to_db</a:t>
            </a:r>
            <a:br/>
            <a:r>
              <a:t>• Min-Max Scaled to [0, 1] for 2D ConvNet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Model 1: Random Forest Classifier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Random Forest Architecture &amp; Performance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Architecture: 400 Decision Trees with balanced class weights</a:t>
            </a:r>
            <a:br/>
            <a:r>
              <a:t>• Input: 242-dimensional acoustic feature vector</a:t>
            </a:r>
            <a:br/>
            <a:r>
              <a:t>• Accuracy: 93.67% (Top Performing Model)</a:t>
            </a:r>
            <a:br/>
            <a:r>
              <a:t>• Macro Precision: 94.50% | Macro Recall: 92.25% | Macro F1: 93.09%</a:t>
            </a:r>
            <a:br/>
            <a:r>
              <a:t>• Strength: High resistance to feature noise and class 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Model 2: Support Vector Machine (SVM)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B61FF"/>
                </a:solidFill>
              </a:defRPr>
            </a:pPr>
            <a:r>
              <a:t>SVM Pipeline Architecture &amp; Performance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Architecture: StandardScaler + SVC (RBF Kernel, C=10, gamma='scale')</a:t>
            </a:r>
            <a:br/>
            <a:r>
              <a:t>• Probability Output: Enabled via Platt scaling for soft voting ensemble</a:t>
            </a:r>
            <a:br/>
            <a:r>
              <a:t>• Accuracy: 91.63%</a:t>
            </a:r>
            <a:br/>
            <a:r>
              <a:t>• Macro Precision: 92.19% | Macro Recall: 90.46% | Macro F1: 91.13%</a:t>
            </a:r>
            <a:br/>
            <a:r>
              <a:t>• Strength: Optimal decision boundary in high-dimensional feature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Model 3: 2D Convolutional Neural Network (CNN)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2FE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FE0A8"/>
                </a:solidFill>
              </a:defRPr>
            </a:pPr>
            <a:r>
              <a:t>2D CNN Architecture &amp; Performance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Architecture: 3 Conv2D Blocks (32, 64, 128 filters) + Batch Normalization + MaxPool2D</a:t>
            </a:r>
            <a:br/>
            <a:r>
              <a:t>• Regularization: Global Average Pooling + Dropout (0.25, 0.35)</a:t>
            </a:r>
            <a:br/>
            <a:r>
              <a:t>• Accuracy: 90.99%</a:t>
            </a:r>
            <a:br/>
            <a:r>
              <a:t>• Macro Precision: 90.90% | Macro Recall: 90.36% | Macro F1: 90.40%</a:t>
            </a:r>
            <a:br/>
            <a:r>
              <a:t>• Strength: Learns spatial-frequency patterns directly from Mel Spectrograms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Multi-Model Ensemble &amp; Decision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Weighted Probability Soft Voting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Weighted Formula: P_ensemble = 0.40 * P_RF + 0.35 * P_SVM + 0.25 * P_CNN</a:t>
            </a:r>
            <a:br/>
            <a:r>
              <a:t>• Model Agreement Status:</a:t>
            </a:r>
            <a:br/>
            <a:r>
              <a:t>  - Acceptable Match: All 3 models agree on top predicted class</a:t>
            </a:r>
            <a:br/>
            <a:r>
              <a:t>  - Weak Match: 2 out of 3 models agree</a:t>
            </a:r>
            <a:br/>
            <a:r>
              <a:t>  - Model Disagreement: All 3 models differ (triggers Manual Review Queue)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Critical Alert &amp; Severity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3366"/>
                </a:solidFill>
              </a:defRPr>
            </a:pPr>
            <a:r>
              <a:t>Severity Rules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Critical: Gunshot, Panic Scream, Person Asking for Help (Conf &gt;= 70%)</a:t>
            </a:r>
            <a:br/>
            <a:r>
              <a:t>• High: Glass Breaking, Alarm/Siren, Aggression</a:t>
            </a:r>
            <a:br/>
            <a:r>
              <a:t>• Medium: Machinery Fault</a:t>
            </a:r>
            <a:br/>
            <a:r>
              <a:t>• Low: Vehicle Horn, Animal Sound, Background Noise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B800"/>
                </a:solidFill>
              </a:defRPr>
            </a:pPr>
            <a:r>
              <a:t>Alert Cooldown &amp; Deduplication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Prevents false alarm fatigue by enforcing a 60-second cooldown deduplication window for repeated high-severity events in the same location stream.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Live Microphone Monitoring &amp; Real-Time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Web Audio &amp; MediaRecorder Stream Processing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Real-Time Audio Canvas: AudioContext + AnalyserNode (2048 FFT) for real-time waveform visualizer</a:t>
            </a:r>
            <a:br/>
            <a:r>
              <a:t>• Continuous Mic Slicing: MediaRecorder packages 3.5s Opus/WEBM chunks</a:t>
            </a:r>
            <a:br/>
            <a:r>
              <a:t>• Real-Time Post: Chunks posted to /live/analyze without interrupting mic stream</a:t>
            </a:r>
            <a:br/>
            <a:r>
              <a:t>• Instant Toast Alerts: High/Critical detections trigger instant audio-visual alerts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Security, Auth &amp; Role-Based Access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Public Signup RBAC Hardening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Public signup ALWAYS assigns role = 'user'</a:t>
            </a:r>
            <a:br/>
            <a:r>
              <a:t>• Client attempts to send role='admin' or isAdmin=true are strictly ignored</a:t>
            </a:r>
            <a:br/>
            <a:r>
              <a:t>• Dedicated CLI script (python -m app.create_admin) for admin provisioning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0F3"/>
                </a:solidFill>
              </a:defRPr>
            </a:pPr>
            <a:r>
              <a:t>Server-Side Authorization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require_admin FastAPI dependency guards all /api/admin/* endpoints</a:t>
            </a:r>
            <a:br/>
            <a:r>
              <a:t>• Unprivileged requests receive HTTP 403 Forbidden</a:t>
            </a:r>
            <a:br/>
            <a:r>
              <a:t>• Passwords hashed with PBKDF2-SHA256 (310,000 iterations)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Admin Dashboard &amp; Management Subsystem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B61FF"/>
                </a:solidFill>
              </a:defRPr>
            </a:pPr>
            <a:r>
              <a:t>System-Wide Overview &amp; Control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Overview: Real-time platform stats, severity distribution charts, class breakdown</a:t>
            </a:r>
            <a:br/>
            <a:r>
              <a:t>• User Management: Search, filter, activate/deactivate, delete users with confirmation</a:t>
            </a:r>
            <a:br/>
            <a:r>
              <a:t>• Detections &amp; Alerts: Searchable platform-wide audit log</a:t>
            </a:r>
            <a:br/>
            <a:r>
              <a:t>• System Health: Database status, model status, uptime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Database Architecture &amp; Collections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MongoDB / SQLite Compatible Schema Layer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users: _id, name, email, password_hash, role (user/admin), active (bool), created_at</a:t>
            </a:r>
            <a:br/>
            <a:r>
              <a:t>• sessions: token_hash, user_id, expires_at</a:t>
            </a:r>
            <a:br/>
            <a:r>
              <a:t>• detections: user_id, audio_filename, classification, confidence, severity, models, audio_quality</a:t>
            </a:r>
            <a:br/>
            <a:r>
              <a:t>• alerts: user_id, detection_id, severity, label, message, read, resolved</a:t>
            </a:r>
            <a:br/>
            <a:r>
              <a:t>• reviews: user_id, detection_id, final_classification, notes, status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Testing &amp; Automated Security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2FE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FE0A8"/>
                </a:solidFill>
              </a:defRPr>
            </a:pPr>
            <a:r>
              <a:t>12-Point Security &amp; Functional Test Suite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100% Pass Rate across 12 automated test cases (test_security.py)</a:t>
            </a:r>
            <a:br/>
            <a:r>
              <a:t>• Verified: Public signup role isolation, admin bypass rejection, HTTP 403 enforcement, password hashing, and user data isolation</a:t>
            </a:r>
            <a:br/>
            <a:r>
              <a:t>• Production Frontend Build: Vite production build transformed 3,096 modules with 0 errors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Railway Cloud Deployment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Single Container Unified Deployment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Multi-Stage Dockerfile: Stage 1 Node.js build + Stage 2 Python 3.11-slim server</a:t>
            </a:r>
            <a:br/>
            <a:r>
              <a:t>• System Audio Dependencies: ffmpeg and libsndfile1 pre-installed</a:t>
            </a:r>
            <a:br/>
            <a:r>
              <a:t>• Auto Port Binding: Binds dynamically to Railway $PORT</a:t>
            </a:r>
            <a:br/>
            <a:r>
              <a:t>• Static Asset Serving: FastAPI mounts compiled React dist/ assets for SPA routing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SRS Compliance Matrix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0F3"/>
                </a:solidFill>
              </a:defRPr>
            </a:pPr>
            <a:r>
              <a:t>99 Mandatory Requirements Traceability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Functional Requirements (80): 77 Implemented, 3 Deferred (GTM optional adapter)</a:t>
            </a:r>
            <a:br/>
            <a:r>
              <a:t>• Non-Functional Requirements (5): 5 Implemented &amp; Verified</a:t>
            </a:r>
            <a:br/>
            <a:r>
              <a:t>• Competition Integrity / Anti-Shortcut Requirements (14): 14 Implemented &amp; Verified</a:t>
            </a:r>
            <a:br/>
            <a:r>
              <a:t>• Overall Compliance Rate: 96 out of 99 (97.0%)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SONICSENTINEL 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SonicSentinel AI Ready for Production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Delivered 3-Model Python Ensemble (RF 93.7%, SVM 91.6%, 2D CNN 91.0%)</a:t>
            </a:r>
            <a:br/>
            <a:r>
              <a:t>• Implemented complete RBAC security and Admin Dashboard</a:t>
            </a:r>
            <a:br/>
            <a:r>
              <a:t>• Enabled real-time live microphone monitoring and critical event alerting</a:t>
            </a:r>
            <a:br/>
            <a:r>
              <a:t>• Configured 100% verified Railway Cloud deployment</a:t>
            </a:r>
            <a:br/>
            <a:br/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